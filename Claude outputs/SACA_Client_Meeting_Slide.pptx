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meeting slide. Say plainly: prototype, not clinically validated, accuracy is circular. Ask for written confirmation of the handover after the video. Do not claim clinical validity.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SACA: where we are and what we need from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Swahili / English triage prototype for Mbinga District  |  Team P51, Swinburne ICT30018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1F7F6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716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symptoms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(English or Swahili)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60320" y="1371600"/>
            <a:ext cx="251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811780" y="13716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1F7F6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4932" y="13716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symptom codes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23460" y="1371600"/>
            <a:ext cx="251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074920" y="13716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1F7F6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8072" y="13716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level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86600" y="1371600"/>
            <a:ext cx="251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338060" y="13716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1F7F6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1212" y="13716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red-flag rules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raise it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49740" y="1371600"/>
            <a:ext cx="251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601200" y="13716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1F7F6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4352" y="137160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LOW / MEDIUM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CRITICAL + reason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468880"/>
            <a:ext cx="34747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468880"/>
            <a:ext cx="82296" cy="3703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getting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960" y="31089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offline prototype with a dashboard, history, body map and Swahili / English switch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the dataset and its build scripts, and an automated test suite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34-page handover pack and a demo and handover video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361688" y="2468880"/>
            <a:ext cx="34747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1688" y="2468880"/>
            <a:ext cx="82296" cy="3703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636008" y="31089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clinically validated: the 89 rules and 41 condition tiers are drafts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90.9% accuracy is circular: labels come from the same rules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Swahili coverage is smaller than English; "not assessed" shows as HIGH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extraction and voice are optional and need internet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174736" y="2468880"/>
            <a:ext cx="34747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74736" y="2468880"/>
            <a:ext cx="82296" cy="3703320"/>
          </a:xfrm>
          <a:prstGeom prst="rect">
            <a:avLst/>
          </a:prstGeom>
          <a:solidFill>
            <a:srgbClr val="0B4F4A"/>
          </a:solidFill>
          <a:ln w="12700">
            <a:solidFill>
              <a:srgbClr val="0B4F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we need from you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449056" y="31089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writing that the handover is accepted, after the video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receives and runs it, and on what computer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to review the 120-case pack; a Swahili speaker to check wording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want the online features, and who owns the key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SACA client meeting</dc:title>
  <dc:subject>PptxGenJS Presentation</dc:subject>
  <dc:creator>Team P51</dc:creator>
  <cp:lastModifiedBy>Team P51</cp:lastModifiedBy>
  <cp:revision>1</cp:revision>
  <dcterms:created xsi:type="dcterms:W3CDTF">2026-10-29T03:06:10Z</dcterms:created>
  <dcterms:modified xsi:type="dcterms:W3CDTF">2026-10-29T03:06:10Z</dcterms:modified>
</cp:coreProperties>
</file>